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6" Type="http://schemas.openxmlformats.org/officeDocument/2006/relationships/hyperlink" Target="https://www.elocal.com/press/#:~:text=eLocal%2C%20a%20Brookfield%20Asset%20Management,driven%20marketplace" TargetMode="External"/><Relationship Id="rId7" Type="http://schemas.openxmlformats.org/officeDocument/2006/relationships/hyperlink" Target="https://www.businesswire.com/news/home/20240516356321/en/eLocal-Announces-Acquisition-of-Bunker-Hill-Labs-Strengthening-Lead-Generation-Solutions-for-Key-Verticals#:~:text=CONSHOHOCKEN%2C%20Pa.,businesses%20across%20the%20United%20States" TargetMode="External"/><Relationship Id="rId8" Type="http://schemas.openxmlformats.org/officeDocument/2006/relationships/hyperlink" Target="https://www.globenewswire.com/news-release/2026/01/06/3213687/0/en/VIIRL-Marketing-and-eLocal-Announce-Strategic-Partnership-to-Strengthen-Lead-Quality-and-Marketing-Performance-for-Home-Service-Businesses.html#:~:text=The%20partnership%20combines%20eLocal%E2%80%99s%20proven,impact%20across%20their%20digital%20presenc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seeber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local_verification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6" Type="http://schemas.openxmlformats.org/officeDocument/2006/relationships/hyperlink" Target="https://www.elocal.com/press/#:~:text=eLocal%2C%20a%20Brookfield%20Asset%20Management,driven%20marketplace" TargetMode="External"/><Relationship Id="rId7" Type="http://schemas.openxmlformats.org/officeDocument/2006/relationships/hyperlink" Target="https://www.businesswire.com/news/home/20240516356321/en/eLocal-Announces-Acquisition-of-Bunker-Hill-Labs-Strengthening-Lead-Generation-Solutions-for-Key-Verticals#:~:text=CONSHOHOCKEN%2C%20Pa.,businesses%20across%20the%20United%20States" TargetMode="External"/><Relationship Id="rId8" Type="http://schemas.openxmlformats.org/officeDocument/2006/relationships/hyperlink" Target="https://www.globenewswire.com/news-release/2026/01/06/3213687/0/en/VIIRL-Marketing-and-eLocal-Announce-Strategic-Partnership-to-Strengthen-Lead-Quality-and-Marketing-Performance-for-Home-Service-Businesses.html#:~:text=The%20partnership%20combines%20eLocal%E2%80%99s%20proven,impact%20across%20their%20digital%20presenc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businesswire.com/news/home/20240516356321/en/eLocal-Announces-Acquisition-of-Bunker-Hill-Labs-Strengthening-Lead-Generation-Solutions-for-Key-Verticals#:~:text=CONSHOHOCKEN%2C%20Pa.,businesses%20across%20the%20United%20States" TargetMode="External"/><Relationship Id="rId2" Type="http://schemas.openxmlformats.org/officeDocument/2006/relationships/hyperlink" Target="https://www.globenewswire.com/news-release/2026/01/06/3213687/0/en/VIIRL-Marketing-and-eLocal-Announce-Strategic-Partnership-to-Strengthen-Lead-Quality-and-Marketing-Performance-for-Home-Service-Businesses.html#:~:text=The%20partnership%20combines%20eLocal%E2%80%99s%20proven,impact%20across%20their%20digital%20presenc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www.globenewswire.com/news-release/2026/01/06/3213687/0/en/VIIRL-Marketing-and-eLocal-Announce-Strategic-Partnership-to-Strengthen-Lead-Quality-and-Marketing-Performance-for-Home-Service-Businesses.html#:~:text=The%20partnership%20combines%20eLocal%E2%80%99s%20proven,impact%20across%20their%20digital%20presenc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www.globenewswire.com/news-release/2026/01/06/3213687/0/en/VIIRL-Marketing-and-eLocal-Announce-Strategic-Partnership-to-Strengthen-Lead-Quality-and-Marketing-Performance-for-Home-Service-Businesses.html#:~:text=The%20partnership%20combines%20eLocal%E2%80%99s%20proven,impact%20across%20their%20digital%20presenc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www.elocal.com/press/#:~:text=eLocal%2C%20a%20Brookfield%20Asset%20Management,driven%20marketplace" TargetMode="External"/><Relationship Id="rId2" Type="http://schemas.openxmlformats.org/officeDocument/2006/relationships/hyperlink" Target="https://www.businesswire.com/news/home/20240516356321/en/eLocal-Announces-Acquisition-of-Bunker-Hill-Labs-Strengthening-Lead-Generation-Solutions-for-Key-Verticals#:~:text=CONSHOHOCKEN%2C%20Pa.,businesses%20across%20the%20United%20States" TargetMode="External"/><Relationship Id="rId3" Type="http://schemas.openxmlformats.org/officeDocument/2006/relationships/hyperlink" Target="https://www.globenewswire.com/news-release/2026/01/06/3213687/0/en/VIIRL-Marketing-and-eLocal-Announce-Strategic-Partnership-to-Strengthen-Lead-Quality-and-Marketing-Performance-for-Home-Service-Businesses.html#:~:text=The%20partnership%20combines%20eLocal%E2%80%99s%20proven,impact%20across%20their%20digital%20presenc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www.elocal.com/press/#:~:text=eLocal%2C%20a%20Brookfield%20Asset%20Management,driven%20marketplace" TargetMode="External"/><Relationship Id="rId2" Type="http://schemas.openxmlformats.org/officeDocument/2006/relationships/hyperlink" Target="https://www.businesswire.com/news/home/20240516356321/en/eLocal-Announces-Acquisition-of-Bunker-Hill-Labs-Strengthening-Lead-Generation-Solutions-for-Key-Verticals#:~:text=CONSHOHOCKEN%2C%20Pa.,businesses%20across%20the%20United%20States" TargetMode="External"/><Relationship Id="rId3" Type="http://schemas.openxmlformats.org/officeDocument/2006/relationships/hyperlink" Target="https://www.globenewswire.com/news-release/2026/01/06/3213687/0/en/VIIRL-Marketing-and-eLocal-Announce-Strategic-Partnership-to-Strengthen-Lead-Quality-and-Marketing-Performance-for-Home-Service-Businesses.html#:~:text=The%20partnership%20combines%20eLocal%E2%80%99s%20proven,impact%20across%20their%20digital%20presenc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474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47472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eLocal Interview Preparation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E1F2"/>
                </a:solidFill>
              </a:rPr>
              <a:t>Manager, Data &amp; Analytics (Decision Sciences)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Executive Summary &amp; Context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eLocal is at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 strategic inflection point after acquisitions by HomeServe and Brookfield, transitioning from a niche lead‑generation network to part of a multi‑billion‑dollar home services conglomerate.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6"/>
              </a:rPr>
              <a:t>(www.elocal.com)</a:t>
            </a:r>
            <a:r>
              <a:rPr/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Recent moves—including the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acquisition of Bunker Hill Labs and the partnership with VIIRL Marketing—signal a shift toward a closed‑loop, vertically integrated marketing and sales ecosystem.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7"/>
              </a:rPr>
              <a:t>(www.businesswire.com)</a:t>
            </a:r>
            <a:r>
              <a:rPr/>
              <a:t/>
            </a:r>
            <a:r>
              <a:rPr u="sng">
                <a:solidFill>
                  <a:schemeClr val="accent6"/>
                </a:solidFill>
                <a:hlinkClick r:id="rId8"/>
              </a:rPr>
              <a:t>(www.globenewswire.com)</a:t>
            </a:r>
            <a:r>
              <a:rPr/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Regulatory dynamics have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shifted: the vacating of the FCC’s one‑to‑one consent rule in early 2025 transforms compliance risk into a potential competitive moat.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The role demands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both technical excellence and business acumen to capitalize on these opportunities.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6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7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8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Hiring Authority – Jamie Hong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Jamie Hong serves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as Director of Business Intelligence and is known as a transformational builder who integrates data workflows into creative environments.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He values building capabilities from scratch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, bridging technical and non‑technical teams, and operationalizing ad‑tech for real‑time bidding and lead routing.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Successful candidates should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demonstrate the ability to build BI functions, translate complex insights for business stakeholders, and deliver real‑time, actionable analytics.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[4]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Technical Leadership Ecosystem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The Business Intelligence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function sits within a high‑velocity technical organization alongside the VP of Technology and DevOps Engineering, and data is treated as a product.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This environment demands robust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, scalable data engineering and real‑time pipeline performance.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Cross‑functional collaboration 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essential—analytics must align with platform architecture, DevOps practices, and compliance requirements.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Highlight your experience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with modern cloud platforms and data governance to show readiness for this role.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Market Architecture &amp; Vertical Integration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eLocal’s corporate lineage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traces from LLR Partners (2017) to HomeServe (2019) and ultimately Brookfield Asset Management (2022), providing deep infrastructure‑scale backing.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6"/>
              </a:rPr>
              <a:t>(www.elocal.com)</a:t>
            </a:r>
            <a:r>
              <a:rPr/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Vertical integration strategy: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the acquisition of Bunker Hill Labs expands owned‑and‑operated media and creates a powerhouse for lead generation.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7"/>
              </a:rPr>
              <a:t>(www.businesswire.com)</a:t>
            </a:r>
            <a:r>
              <a:rPr/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The strategic partnership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with VIIRL Marketing connects call generation with downstream revenue, enabling contractors to track real revenue impact and optimise conversion across digital touchpoints.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8"/>
              </a:rPr>
              <a:t>(www.globenewswire.com)</a:t>
            </a:r>
            <a:r>
              <a:rPr/>
              <a:t/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These moves pave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the way for revenue‑based bidding models that optimize for expected value rather than highest bid.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6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7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8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Market Statistics &amp; Framing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The oft‑cited $6.54 trillion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figure refers to the entire global home services economy—not the digital lead generation segment.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eLocal’s relevant market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is the online on‑demand home services space (tens of billions), so context and nuance are crucial when quoting statistics.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Use credible sources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and frame numbers accurately; avoid overstating the addressable market.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Data quality and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actionable insights matter more than hype—focus on metrics that drive value.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30-60-90 Day Impact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Days 0–30: Conduct due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diligence on the existing data environment, build relationships, and deliver a “State of the Data Pipeline” report highlighting quick wins and risks.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Days 31–60: Prioritise integration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of VIIRL revenue data via ETL; begin modelling call intent and refine executive dashboards to align with key performance drivers.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Days 61–90: Scale and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automate—support the Canadian launch with tailored analytics, explore automated bidding based on revenue outcomes, and formalise training for junior analysts.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Throughout: Maintain a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clear line of sight from data ingestion to business impact, ensuring that each initiative delivers measurable value.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Compliance &amp; Regulation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The Eleventh Circuit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vacated the FCC’s one‑to‑one consent rule in January 2025, transforming a compliance threat into a potential competitive advantage for established players.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Despite the ruling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, voluntary excellence in consent management and call routing remains essential to maintain consumer trust.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Prepare for Canada’s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Anti‑Spam Legislation (CASL) and evolving AI/privacy regulations by embedding compliance into data governance.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Ethical use of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data should underpin all analytics initiatives, ensuring fairness, transparency and compliance with emerging global standards.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Interview Preparation – Do’s &amp; Don’ts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Do: Present yourself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as a builder and transformational leader, capable of scaling data infrastructure and aligning analytics with business objectives.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Do: Demonstrate regulatory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awareness and the ability to navigate complex compliance landscapes.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Do: Showcase technical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versatility—from executive strategy to hands‑on work in cloud platforms, BI and ML.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Don’t: Overstate market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size—distinguish between Total Addressable Market and the serviceable market segment.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Don’t: Suggest that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the FCC’s consent rule is irrelevant; instead, frame the vacated rule as a chance to lead in voluntary compliance.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Don’t: Dwell solely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on unrelated past roles—pivot quickly to experiences that highlight data and analytics impact.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3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Conclusion &amp; 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eLocal sits at the nexus of marketing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, data and infrastructure—integrated analytics will shape its next phase of growth.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As Manager of Data &amp; Analytics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, you have the opportunity to architect revenue‑based bidding models, drive compliance excellence and foster a data‑driven culture.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Use this dossier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to ask insightful questions and propose strategies during the interview.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Questions?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3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2026-01-29T16:11:16Z</dcterms:created>
  <dcterms:modified xsi:type="dcterms:W3CDTF">2026-01-29T16:11:16Z</dcterms:modified>
</cp:coreProperties>
</file>