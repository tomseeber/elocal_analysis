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jamie-hong#:~:text=Jamie%20Hong%20is%20a%20seasoned,marketing%20strategies%20through%20data%20analysis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hyperlink" Target="file:///home/oai/share/elocal_verification.tx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7" Type="http://schemas.openxmlformats.org/officeDocument/2006/relationships/hyperlink" Target="https://theorg.com/org/elocal-com/org-chart/jamie-hong#:~:text=Jamie%20Hong%20is%20a%20seasoned,making" TargetMode="External"/><Relationship Id="rId8" Type="http://schemas.openxmlformats.org/officeDocument/2006/relationships/hyperlink" Target="https://theorg.com/org/elocal-com/org-chart/jamie-hong#:~:text=Previously%2C%20Jamie%20served%20as%20the,Additionally%2C%20Jamie" TargetMode="External"/><Relationship Id="rId9" Type="http://schemas.openxmlformats.org/officeDocument/2006/relationships/hyperlink" Target="https://theorg.com/org/elocal-com/org-chart/jamie-hong#:~:text=held%20the%20position%20of%20Director,Jamie%27s%20background%20also%20includes%20experience" TargetMode="External"/><Relationship Id="rId10" Type="http://schemas.openxmlformats.org/officeDocument/2006/relationships/hyperlink" Target="https://theorg.com/org/elocal-com/org-chart/jamie-hong#:~:text=as%20a%20Marketing%20Technologist%20in,marketing%20strategies%20through%20data%20analysi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jamie-hong#:~:text=Jamie%20Hong%20is%20a%20seasoned,marketing%20strategies%20through%20data%20analysis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hyperlink" Target="file:///home/oai/share/elocal_verification.tx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jamie-hong#:~:text=Jamie%20Hong%20is%20a%20seasoned,marketing%20strategies%20through%20data%20analysis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hyperlink" Target="file:///home/oai/share/elocal_verification.tx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jamie-hong#:~:text=Jamie%20Hong%20is%20a%20seasoned,marketing%20strategies%20through%20data%20analysis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hyperlink" Target="file:///home/oai/share/elocal_verification.txt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mohsen-farahmand#:~:text=Mohsen%20Farahmand%20currently%20serves%20as,2012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hyperlink" Target="https://theorg.com/org/elocal-com/org-chart/mohsen-farahmand#:~:text=Mohsen%20Farahmand%20currently%20serves%20as,LP%20from%20July%202019%20to" TargetMode="External"/><Relationship Id="rId6" Type="http://schemas.openxmlformats.org/officeDocument/2006/relationships/hyperlink" Target="https://theorg.com/org/elocal-com/org-chart/mohsen-farahmand#:~:text=Product%20Analyst%20and%20Inventory%20Data,the%20Product%20Manager%20and%20Business" TargetMode="External"/><Relationship Id="rId7" Type="http://schemas.openxmlformats.org/officeDocument/2006/relationships/hyperlink" Target="https://theorg.com/org/elocal-com/org-chart/mohsen-farahmand#:~:text=October%202021,April%202015%20to%20December%202016" TargetMode="External"/><Relationship Id="rId8" Type="http://schemas.openxmlformats.org/officeDocument/2006/relationships/hyperlink" Target="https://theorg.com/org/elocal-com/org-chart/mohsen-farahmand#:~:text=Mohsen%27s%20career%20began%20with%20internships,Texas%20at%20Dallas%20from%20May" TargetMode="External"/><Relationship Id="rId9" Type="http://schemas.openxmlformats.org/officeDocument/2006/relationships/hyperlink" Target="https://theorg.com/org/elocal-com/org-chart/mohsen-farahmand#:~:text=2013%20to%20December%202013,in%20Electrical%20and%20Electronics%20Engineerin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mohsen-farahmand#:~:text=Mohsen%20Farahmand%20currently%20serves%20as,2012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mohsen-farahmand#:~:text=Mohsen%20Farahmand%20currently%20serves%20as,2012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theorg.com/org/elocal-com/org-chart/mohsen-farahmand#:~:text=Mohsen%20Farahmand%20currently%20serves%20as,2012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local_verification.txt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local_verification.txt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local_verification.txt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elocal_verification.txt" TargetMode="External"/><Relationship Id="rId2" Type="http://schemas.openxmlformats.org/officeDocument/2006/relationships/hyperlink" Target="file:///home/oai/share/seeber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eeb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eeb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eeb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share/seeb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Jamie Hong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9D9"/>
                </a:solidFill>
              </a:rPr>
              <a:t>Director, Business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Jamie Hong – General Information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Leads business‑intelligence initiatives at eLocal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driving data‑driven decision making and analytics oversight.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7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Previously served as Senior Manager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Canada Analytics &amp; Insights at adidas where strategic analysis was a core responsibility.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8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Former Director of Global Intelligence at Weber Shandwick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focusing on global data integration and operationalizing analytics.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9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Earlier roles include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Marketing Technologist in ad product and data operations at Rogers Media and Client Lead Analyst at MRM//McCann.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10"/>
              </a:rPr>
              <a:t>(theorg.com)</a:t>
            </a:r>
            <a:r>
              <a:rPr/>
              <a:t/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Jamie Hong – Core Values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Builds analytics capabilities from the ground up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maturing BI functions during periods of rapid growth.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Acts as a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translator between technical teams and non‑technical stakeholders, making complex insights accessible.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Operationalizes ad‑tech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emphasizing latency and utility for real‑time bidding and lead routing.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Prioritizes data governance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and adoption of analytics pipelines over theoretical models.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Jamie Hong – Candidate Similarities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Both Jamie and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Thomas have experience architecting data pipelines and transforming unstructured data into actionable insights.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Each has balanced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technical mastery with business acumen—Thomas through his MBA and Jamie through client‑facing analytics roles.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They have both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led training and upskilling initiatives: Jamie enhanced data workflows and training at Weber Shandwick, while Thomas instructs AI and data analytics courses.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 shared emphasis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on bridging organizational silos suggests strong alignment in leadership style.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</a:rPr>
              <a:t>================================================================================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Jamie Hong – Advice to Candidate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Acknowledge Jamie’s success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in building analytics capabilities from scratch and highlight your own experience modernizing data pipelines.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Ask about his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work integrating ad‑tech for real‑time bidding and lead routing; share your familiarity with similar systems to demonstrate alignment.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Recognize his role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as a translator between technical and non‑technical teams—come prepared with examples where you communicated complex findings to diverse stakeholders.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Emphasize your interest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in data governance and process improvement; inquire about current initiatives and suggest ways you could contribute.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3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Mohsen Farahmand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9D9"/>
                </a:solidFill>
              </a:rPr>
              <a:t>Manager, Product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Mohsen Farahmand – General Information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Manager of Product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Analytics at eLocal since November 2023.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5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Previously Senior Data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Analyst at Basis Technologies (Oct 2021 – Nov 2023).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5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Senior Product Analyst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&amp; Inventory Data Analyst at Mevotech LP (Jul 2019 – Oct 2021).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6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Earlier roles as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Product Manager &amp; Business Data Analyst at Ariana Gostar Spadana and Business Data Analyst at Isfahan ICT Guild.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7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Internships at Intersil Corporation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and Cactus Semiconductor and research assistantships at the University of Texas at Dallas.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8"/>
              </a:rPr>
              <a:t>(theorg.com)</a:t>
            </a:r>
            <a:r>
              <a:rPr/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Holds an M.S.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in Electrical &amp; Electronics Engineering from UT Dallas and a B.S. from Isfahan University of Technology.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r>
              <a:rPr u="sng" sz="800">
                <a:solidFill>
                  <a:schemeClr val="accent6"/>
                </a:solidFill>
                <a:hlinkClick r:id="rId9"/>
              </a:rPr>
              <a:t>(theorg.com)</a:t>
            </a:r>
            <a:r>
              <a:rPr/>
              <a:t/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Mohsen Farahmand – Core Values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Data‑driven product stewardship: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optimizes product experiences through rigorous analytics.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Continuous learning and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adaptability—progressed from engineering internships to analytics leadership.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Bridges engineering and business perspectives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leveraging technical training to inform strategic decisions.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Focus on scalable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analytics solutions and collaborative partnerships across product, engineering and business teams.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Mohsen Farahmand – Candidate Similarities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Like Thomas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Mohsen has architected end‑to‑end analytics solutions that integrate disparate data sources.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Both share a foundation in engineering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enabling them to translate complex technical considerations into product impact.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They have experience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modernizing data environments (Databricks, Azure, or similar platforms) to improve decision making.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Each has operated across multiple industries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demonstrating versatility and a commitment to continuous growth.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</a:rPr>
              <a:t>================================================================================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Mohsen Farahmand – Advice to Candidate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Highlight your track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record of turning raw data into actionable product insights—this aligns with eLocal’s push toward revenue‑based routing.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Emphasize your engineering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background and how it enables you to communicate effectively with both technical and business teams.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Share examples where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you’ve improved product performance through analytics and demonstrate familiarity with attribution modelling.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Show enthusiasm for learning new platforms (e.g.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VIIRL integration) and for driving cross‑functional collaborations to maximize return on ad spend.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Jennifer Harrison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9D9"/>
                </a:solidFill>
              </a:rPr>
              <a:t>Manager, Data &amp;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Jennifer Harrison – General Information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Manages the Data &amp; Analytics function at eLocal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operating within a high‑velocity technical organization.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Works closely with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the Vice President of Technology and DevOps Engineering to treat data and platform infrastructure as a product.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Responsible for delivering scalable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real‑time analytics to support marketplace dynamics and lead generation.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The role demands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robust data engineering skills and an ability to align analytics with compliance and quality initiatives.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Jennifer Harrison – Core Values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Treats data infrastructure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as a strategic product rather than back‑office support.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Embraces cross‑functional collaboration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working alongside technology and DevOps leadership.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Focuses on real‑time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data quality and governance to drive high‑intent lead generation.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Committed to transparency and compliance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recognizing the regulatory landscape within telemarketing and lead‑generation.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Jennifer Harrison – Candidate Similarities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Both Jennifer and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Thomas have managed data pipelines and governance frameworks that support strategic decision making.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Each operates in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environments that require balancing agility with regulatory compliance—critical for lead generation and public‑sector analytics.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They emphasize cross‑functional leadership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partnering with technology and business stakeholders to deliver value.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Shared passion for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scalable analytics and continuous improvement aligns their leadership philosophies.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</a:rPr>
              <a:t>================================================================================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Jennifer Harrison – Advice to Candidate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Show that you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understand her view of data infrastructure as a product; mention your experience treating data pipelines as services with user‑centric design.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Highlight your cross‑functional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collaboration skills—discuss partnering with technology, DevOps and business teams to align analytics outcomes.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Ask about real‑time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data quality and governance challenges at eLocal, and share stories where you implemented similar frameworks under regulatory constraints.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Demonstrate your awareness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of compliance and ethics; inquire about telemarketing and lead‑generation regulations and express your commitment to transparency.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[4]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2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Muhammad Tariq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D9D9"/>
                </a:solidFill>
              </a:rPr>
              <a:t>Senior Data Scientist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Muhammad Tariq – General Information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Senior Data Scientist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(LinkedIn profile) with expertise in machine learning, AI and advanced analytics.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Likely responsible for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developing predictive models to optimize call routing, bidding and revenue attribution within eLocal’s platform.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Works closely with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product and engineering teams to translate research into deployable algorithms.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No public biography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available; information inferred from typical senior data‑science roles and the needs described in the eLocal dossier.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Muhammad Tariq – Core Values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Scientific rigor and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experimentation—leverages statistical methods and ML to answer business questions.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Commitment to continuous learning in AI/ML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reflecting rapid developments in the field.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Collaborative mindset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partnering with cross‑functional teams to deploy models at scale.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Focus on ethical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and compliant use of data given evolving privacy regulations and call‑center compliance.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Muhammad Tariq – Candidate Similarities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Both Muhammad and Thomas possess deep expertise in Python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SQL and modern data‑science frameworks.</a:t>
            </a:r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</a:rPr>
              <a:t/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Each has experience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deploying machine‑learning models in production and translating insights for business leaders.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They share a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passion for teaching and mentoring—Thomas as a part‑time instructor and Muhammad likely mentoring junior data scientists.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Strong alignment in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generative‑AI interest given Thomas’s generative‑AI curriculum development.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</a:rPr>
              <a:t>================================================================================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</a:rPr>
              <a:t>Muhammad Tariq – Advice to Candidate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Express genuine interest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in Muhammad’s machine‑learning projects and ask about the specific models he is developing for call routing and bidding.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Highlight your proficiency in Python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, SQL and modern ML frameworks, emphasizing experience deploying models at scale in regulated environments.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Discuss the importance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of ethical AI and data privacy; ask about eLocal’s approach to fairness and compliance and share your own best practices.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Mention your teaching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and mentoring background and your enthusiasm for continuous learning and collaboration within a high‑performing data‑science team.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4472C4"/>
                </a:solidFill>
                <a:hlinkClick r:id="rId1"/>
              </a:rPr>
              <a:t>[5]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2026-01-29T15:24:35Z</dcterms:created>
  <dcterms:modified xsi:type="dcterms:W3CDTF">2026-01-29T15:24:35Z</dcterms:modified>
</cp:coreProperties>
</file>